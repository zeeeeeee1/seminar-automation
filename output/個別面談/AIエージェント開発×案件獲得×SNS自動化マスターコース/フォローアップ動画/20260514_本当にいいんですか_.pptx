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686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本当にいいんですか？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フォローアップ動画 | 3日間限定割引 本日最終日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224528"/>
            <a:ext cx="1828800" cy="320040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24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C430"/>
                </a:solidFill>
              </a:rPr>
              <a:t>AIセラ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0" y="914400"/>
            <a:ext cx="73152" cy="3474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828800"/>
            <a:ext cx="36576" cy="2560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F4C430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「本当にいいんですか？」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1945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4787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このコース1つで学べること、正直に全部お見せします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 セミナー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1208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SECTION 01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他で全部バラバラに学んだら、いくらかかる？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6052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4160520" cy="54864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3886200" cy="329184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他スクールでバラバラに学ぶ場合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99616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合計 300万円超も珍しくない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2267712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広告運用スクール：30〜80万円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761488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LINE運用講座：10〜30万円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255264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90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ライティング講座：10〜30万円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749040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84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動画編集スクール：30〜60万円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242816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782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プログラミングスクール：60〜100万円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736592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コンテンツ販売コンサル：50〜100万円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230368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0657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SNS・TikTok運用講座：20〜50万円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987552"/>
            <a:ext cx="4160520" cy="3950208"/>
          </a:xfrm>
          <a:prstGeom prst="rect">
            <a:avLst/>
          </a:prstGeom>
          <a:solidFill>
            <a:srgbClr val="FFFFFF"/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987552"/>
            <a:ext cx="416052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1097280"/>
            <a:ext cx="3886200" cy="32918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0972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このコース1つで全部学べる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1499616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しかも一生サポート付き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01768" y="2267712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広告運用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01768" y="2761488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LINE運用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01768" y="3255264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3090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ライティング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01768" y="3749040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584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動画編集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01768" y="4242816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40782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プログラミング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01768" y="4736592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コンテンツ販売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01768" y="5230368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50657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SNS・TikTok運用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他で全部バラバラに学んだら、いくらかかる？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アフィリエイトシステム参画者の実績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年齢も、経験も、関係ありません。再現性のある仕組みがあるから、誰でも結果が出せます。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51760" cy="3200400"/>
          </a:xfrm>
          <a:prstGeom prst="rect">
            <a:avLst/>
          </a:prstGeom>
          <a:solidFill>
            <a:srgbClr val="2D3B8E"/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65176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5448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月収50万+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594360" y="3200400"/>
            <a:ext cx="2103120" cy="1828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273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80代・PC未経験のおばあちゃんが達成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80390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完全未経験からアフィリエイトシステムで実現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51760" cy="3200400"/>
          </a:xfrm>
          <a:prstGeom prst="rect">
            <a:avLst/>
          </a:prstGeom>
          <a:solidFill>
            <a:srgbClr val="2D3B8E"/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25880"/>
            <a:ext cx="265176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5448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初月20万</a:t>
            </a:r>
            <a:endParaRPr lang="en-US" sz="5800" dirty="0"/>
          </a:p>
        </p:txBody>
      </p:sp>
      <p:sp>
        <p:nvSpPr>
          <p:cNvPr id="14" name="Shape 12"/>
          <p:cNvSpPr/>
          <p:nvPr/>
        </p:nvSpPr>
        <p:spPr>
          <a:xfrm>
            <a:off x="3566160" y="3200400"/>
            <a:ext cx="2103120" cy="1828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273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初心者が参画初月で達成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80390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仕組みに乗るだけで最短で収益化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1325880"/>
            <a:ext cx="2651760" cy="3200400"/>
          </a:xfrm>
          <a:prstGeom prst="rect">
            <a:avLst/>
          </a:prstGeom>
          <a:solidFill>
            <a:srgbClr val="2D3B8E"/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325880"/>
            <a:ext cx="265176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55448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月収300万</a:t>
            </a:r>
            <a:endParaRPr lang="en-US" sz="5800" dirty="0"/>
          </a:p>
        </p:txBody>
      </p:sp>
      <p:sp>
        <p:nvSpPr>
          <p:cNvPr id="20" name="Shape 18"/>
          <p:cNvSpPr/>
          <p:nvPr/>
        </p:nvSpPr>
        <p:spPr>
          <a:xfrm>
            <a:off x="6537960" y="3200400"/>
            <a:ext cx="2103120" cy="1828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273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参画1年で達成した受講生が続出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80390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スキルが積み上がるほど収入が加速する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アフィリエイトシステム参画者の実績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ここでしか手に入らない、2つの特別な仕組み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139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5156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高単価アフィリエイトシステムへの参画権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30680"/>
            <a:ext cx="8412480" cy="48768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81051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3068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→ 80代でも月収50万を実現した、再現性の高いアフィリエイトの仕組みに参加できる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20980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38963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0980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TikTok運用代行プログラム（フランチャイズ料：通常数十万円 → 受講生は0円）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48768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96875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78892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→ TikTokの運用スキルを学びながら、運用代行として稼ぐ仕組みを構築できる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36804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54787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36804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→ 通常はフランチャイズ加盟料が発生するプログラムを、受講生には完全無料で提供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947160"/>
            <a:ext cx="8412480" cy="48768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12699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94716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一生サポート（VIPプラン）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4507992"/>
            <a:ext cx="8412480" cy="384048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5079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D3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この3つの組み合わせは、他のどのスクールにも存在しません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ここでしか手に入らない、2つの特別な仕組み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今日が最後のチャンスです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6052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4160520" cy="54864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3886200" cy="329184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通常価格（明日から）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99616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46万円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2267712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スタンダードプラン定価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761488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サポート・特典の内容は同じ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255264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90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いつでも申し込める価格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749040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84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ただし10万円余分に払うことになる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987552"/>
            <a:ext cx="4160520" cy="3950208"/>
          </a:xfrm>
          <a:prstGeom prst="rect">
            <a:avLst/>
          </a:prstGeom>
          <a:solidFill>
            <a:srgbClr val="FFFFFF"/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987552"/>
            <a:ext cx="416052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097280"/>
            <a:ext cx="3886200" cy="32918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0972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3日間限定 本日23:59まで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1499616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36万円（-10万円）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01768" y="2267712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本日23:59で終了の特別価格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01768" y="2761488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明日から46万円に戻ります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01768" y="3255264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3090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10万円割引は今日だけ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01768" y="3749040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3584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同じ内容を今日だけ10万円安く始められる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今日が最後のチャンスです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迷っている方へ — 枠だけでも確保できます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139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5156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本日、10名の方からご返事をいただく必要があります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30680"/>
            <a:ext cx="8412480" cy="48768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81051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3068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ただ、本当に迷っていてあと一歩という方は——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20980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38963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0980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『迷っている』『検討中』という旨だけでも連絡いただければ、枠を確保します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48768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96875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78892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決断は後でも構いません。ただ、枠と価格だけは今日押さえてください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36804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54787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36804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連絡いただいた方には、個別に不安・疑問にお答えします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947160"/>
            <a:ext cx="8412480" cy="48768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12699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94716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今日連絡しないと、明日には同じ内容に10万円多く払うことになります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4507992"/>
            <a:ext cx="8412480" cy="384048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5079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D3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「迷っている」という一言だけでOKです。まずは連絡してください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迷っている方へ — 枠だけでも確保できます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最後にもう一度だけ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925830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64008" cy="92583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148715"/>
            <a:ext cx="365760" cy="3657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4871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868680"/>
            <a:ext cx="740664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7つのスキルを一括習得 — 別々に学べば300万円超。ここなら全部まとめて、一生サポート付きで学べる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885950"/>
            <a:ext cx="8412480" cy="925830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85950"/>
            <a:ext cx="64008" cy="92583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165985"/>
            <a:ext cx="365760" cy="3657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16598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1885950"/>
            <a:ext cx="740664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アフィリエイト参画 ＋ TikTok運用代行0円 — 入会するだけで収益の仕組みが2つ手に入る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903220"/>
            <a:ext cx="8412480" cy="925830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03220"/>
            <a:ext cx="64008" cy="92583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3183255"/>
            <a:ext cx="365760" cy="3657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1832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903220"/>
            <a:ext cx="740664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本日限定 -10万円 — 明日から46万円。今日が唯一の36万円で始められる日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20490"/>
            <a:ext cx="8412480" cy="925830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20490"/>
            <a:ext cx="64008" cy="92583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4200525"/>
            <a:ext cx="365760" cy="3657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20052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920490"/>
            <a:ext cx="740664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迷っているなら今すぐ連絡を — 枠確保だけでOK。「迷っている」の一言で大丈夫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最後にもう一度だけ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2363724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3637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775204" y="201168"/>
            <a:ext cx="59573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コンテキストエンジニアリングの時代が来た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今がチャンス、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548640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87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動くなら今。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エンジニアリングスキルは今、最も価値のある武器です。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コンテキストエンジニアリングを武器に、理想の働き方を手に入れてください。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2743200" cy="2331720"/>
          </a:xfrm>
          <a:prstGeom prst="rect">
            <a:avLst/>
          </a:prstGeom>
          <a:solidFill>
            <a:srgbClr val="F5F0E6"/>
          </a:solidFill>
          <a:ln w="12700">
            <a:solidFill>
              <a:srgbClr val="C8B9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74520"/>
            <a:ext cx="2743200" cy="36576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96596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ENGINEER VALUE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02336" y="2212848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エンジニアの可能性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2336" y="2651760"/>
            <a:ext cx="2487168" cy="27432"/>
          </a:xfrm>
          <a:prstGeom prst="rect">
            <a:avLst/>
          </a:prstGeom>
          <a:solidFill>
            <a:srgbClr val="C8B98A"/>
          </a:solidFill>
          <a:ln w="12700">
            <a:solidFill>
              <a:srgbClr val="C8B9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715768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2030年までにIT人材は79万人不足。AIエンジニアの時給は8,000〜20,000円。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景気・業種に左右されない最強のスキルです。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1874520"/>
            <a:ext cx="2743200" cy="2331720"/>
          </a:xfrm>
          <a:prstGeom prst="rect">
            <a:avLst/>
          </a:prstGeom>
          <a:solidFill>
            <a:srgbClr val="F5F0E6"/>
          </a:solidFill>
          <a:ln w="12700">
            <a:solidFill>
              <a:srgbClr val="C8B9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874520"/>
            <a:ext cx="2743200" cy="36576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196596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CONTEXT ENGINEERING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82696" y="2212848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コンテキストエンジニアリング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82696" y="2651760"/>
            <a:ext cx="2487168" cy="27432"/>
          </a:xfrm>
          <a:prstGeom prst="rect">
            <a:avLst/>
          </a:prstGeom>
          <a:solidFill>
            <a:srgbClr val="C8B98A"/>
          </a:solidFill>
          <a:ln w="12700">
            <a:solidFill>
              <a:srgbClr val="C8B9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2715768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AIへの指示設計力が今一番チャンスなスキル。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コードを丸暗記しなくていい。構造的思考力で稼ぐ、新しい時代のエンジニア像。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874520"/>
            <a:ext cx="2743200" cy="2331720"/>
          </a:xfrm>
          <a:prstGeom prst="rect">
            <a:avLst/>
          </a:prstGeom>
          <a:solidFill>
            <a:srgbClr val="F5F0E6"/>
          </a:solidFill>
          <a:ln w="12700">
            <a:solidFill>
              <a:srgbClr val="C8B9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874520"/>
            <a:ext cx="2743200" cy="36576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196596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IDEAL LIFESTYLE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63056" y="2212848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理想の働き方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63056" y="2651760"/>
            <a:ext cx="2487168" cy="27432"/>
          </a:xfrm>
          <a:prstGeom prst="rect">
            <a:avLst/>
          </a:prstGeom>
          <a:solidFill>
            <a:srgbClr val="C8B98A"/>
          </a:solidFill>
          <a:ln w="12700">
            <a:solidFill>
              <a:srgbClr val="C8B9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2715768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時給5,000円で安定しながら、コンテキストエンジニアリングを極める。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これがAIで稼ぐスキルを手に入れる、最高の理想ではないですか？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206240"/>
            <a:ext cx="859536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206240"/>
            <a:ext cx="54864" cy="5669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2062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70B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422452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そのロードマップ、一緒に設計しましょう。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2960" y="451713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個別相談会でロードマップを引いて、最短で動き出しましょう。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◆  SELA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484632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22476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522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933956" y="201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個別面談特典受取  &amp;  ロードマップ相談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コンテキストエンジニアリングで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7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稼ぐ時代へ。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75564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理想の働き方はすぐそこにある。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2487168"/>
            <a:ext cx="109728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3957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個別面談特典（ロードマップ / エージェント3選 / 案件3選 / Claude Codeプロンプト辞書）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871216"/>
            <a:ext cx="109728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7797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ロードマップ個別相談会（月収100〜300万への最短ルートを一緒に設計）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255264"/>
            <a:ext cx="109728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16382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限定オープンチャット（Claude Code / MCP 最新情報を共有）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639312"/>
            <a:ext cx="109728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5478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次回セミナー優先ご招待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977640"/>
            <a:ext cx="4754880" cy="18288"/>
          </a:xfrm>
          <a:prstGeom prst="rect">
            <a:avLst/>
          </a:prstGeom>
          <a:solidFill>
            <a:srgbClr val="C8B98A"/>
          </a:solidFill>
          <a:ln w="12700">
            <a:solidFill>
              <a:srgbClr val="C8B9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059936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コードを書く時代から、コンテキストを設計する時代へ。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まずは今日、一歩を踏み出しましょう。 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502920"/>
            <a:ext cx="3108960" cy="4343400"/>
          </a:xfrm>
          <a:prstGeom prst="rect">
            <a:avLst/>
          </a:prstGeom>
          <a:solidFill>
            <a:srgbClr val="1A1A1A"/>
          </a:solidFill>
          <a:ln w="25400">
            <a:solidFill>
              <a:srgbClr val="B887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0" y="502920"/>
            <a:ext cx="3108960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685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B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JOIN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0" y="960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個別面談特典受取 &amp;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1261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ロードマップ相談はこちら</a:t>
            </a:r>
            <a:endParaRPr lang="en-US" sz="13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0200"/>
            <a:ext cx="2468880" cy="24688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669280" y="41330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lin.ee/yhhurWq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◆  SELA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858000" y="484632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 YOU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本当にいいんですか？</dc:title>
  <dc:subject>PptxGenJS Presentation</dc:subject>
  <dc:creator>AIセラ</dc:creator>
  <cp:lastModifiedBy>AIセラ</cp:lastModifiedBy>
  <cp:revision>1</cp:revision>
  <dcterms:created xsi:type="dcterms:W3CDTF">2026-05-14T10:07:35Z</dcterms:created>
  <dcterms:modified xsi:type="dcterms:W3CDTF">2026-05-14T10:07:35Z</dcterms:modified>
</cp:coreProperties>
</file>