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686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AIエージェント開発×案件獲得×SNS自動化マスターコース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個別面談資料  |  AIエージェント開発フリーランスコース &amp; ClaudeCode×案件ブーストコース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224528"/>
            <a:ext cx="1828800" cy="32004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24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C430"/>
                </a:solidFill>
              </a:rPr>
              <a:t>AIセラ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0" y="914400"/>
            <a:ext cx="73152" cy="3474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828800"/>
            <a:ext cx="36576" cy="2560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4C430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なぜ今、エンジニアリングスキルが最も価値のある武器なのか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1945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478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市場の変化とAIエンジニアの需要急騰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 セミナー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SECTION 01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フリーランスエンジニアのリアルな収入実態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AI活用で時給は青天井。エンジニアリングスキルは今最も再現性の高い副業・独立ルートです。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3200400"/>
          </a:xfrm>
          <a:prstGeom prst="rect">
            <a:avLst/>
          </a:prstGeom>
          <a:solidFill>
            <a:srgbClr val="2D3B8E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5176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79万人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2103120" cy="1828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2030年のIT人材不足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80390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経済産業省試算。需要は今後も急増し続ける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51760" cy="3200400"/>
          </a:xfrm>
          <a:prstGeom prst="rect">
            <a:avLst/>
          </a:prstGeom>
          <a:solidFill>
            <a:srgbClr val="2D3B8E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25880"/>
            <a:ext cx="265176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544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5,000円</a:t>
            </a:r>
            <a:endParaRPr lang="en-US" sz="5800" dirty="0"/>
          </a:p>
        </p:txBody>
      </p:sp>
      <p:sp>
        <p:nvSpPr>
          <p:cNvPr id="14" name="Shape 12"/>
          <p:cNvSpPr/>
          <p:nvPr/>
        </p:nvSpPr>
        <p:spPr>
          <a:xfrm>
            <a:off x="3566160" y="3200400"/>
            <a:ext cx="2103120" cy="1828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フリーランス独立後の時給目安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80390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AIエンジニア特化では8,000〜20,000円も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1325880"/>
            <a:ext cx="2651760" cy="3200400"/>
          </a:xfrm>
          <a:prstGeom prst="rect">
            <a:avLst/>
          </a:prstGeom>
          <a:solidFill>
            <a:srgbClr val="2D3B8E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325880"/>
            <a:ext cx="2651760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55448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1.5〜2倍</a:t>
            </a:r>
            <a:endParaRPr lang="en-US" sz="5800" dirty="0"/>
          </a:p>
        </p:txBody>
      </p:sp>
      <p:sp>
        <p:nvSpPr>
          <p:cNvPr id="20" name="Shape 18"/>
          <p:cNvSpPr/>
          <p:nvPr/>
        </p:nvSpPr>
        <p:spPr>
          <a:xfrm>
            <a:off x="6537960" y="3200400"/>
            <a:ext cx="2103120" cy="1828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AIスキル持ちエンジニアの年収倍率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803904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通常エンジニア比。今後さらに上昇見込み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フリーランスエンジニアのリアルな収入実態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エンジニアという働き方は、これだけの自由度があります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3045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完全リモート・在宅OK — ネット環境があればどこでも仕事できる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841248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0769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8288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自分で稼働時間を決められる — 朝型・夜型・副業・育児中、ライフスタイルに合わせた働き方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88493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606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頑張れば頑張るほど収入が増える — 会社員の固定給と違い、スキルと案件次第で青天井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841248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66217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3832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会社・上司・人間関係のストレスゼロ — やりたい案件だけ受ける、合わないクライアントとは契約しない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43941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160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景気・業種に左右されないスキル — どの業界でも必要とされる、最強の「手に職」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エンジニアという働き方は、これだけの自由度があります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会社員 vs フリーランスエンジニア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6052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4160520" cy="54864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3886200" cy="329184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会社に縛られる働き方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267712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月収は固定（上限あり）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761488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働く場所・時間は会社次第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90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仕事の選択権がない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749040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将来は会社の業績に依存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242816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78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AIを使う機会がほぼない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987552"/>
            <a:ext cx="4160520" cy="3950208"/>
          </a:xfrm>
          <a:prstGeom prst="rect">
            <a:avLst/>
          </a:prstGeom>
          <a:solidFill>
            <a:srgbClr val="FFFFFF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987552"/>
            <a:ext cx="416052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097280"/>
            <a:ext cx="3886200" cy="32918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フリーランスエンジニア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49961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スキルで稼ぐ働き方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01768" y="2267712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月収は青天井（実力次第）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01768" y="2761488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フルリモート・どこでも自由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01768" y="3255264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090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やりたい案件だけ選べる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01768" y="3749040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スキルがある限り仕事は途切れない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01768" y="4242816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4078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AI活用で作業を10倍速化できる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会社員 vs フリーランスエンジニア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「難しいコードを丸暗記する」時代は終わりました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139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従来: 数百のコード文法を丸暗記 → 習得に数年、挫折率が高い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3068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1051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3068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従来: エラーで何時間も詰まる → 解決策が見つからずやめてしまう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20980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38963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0980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従来: スクールに60〜80万払って学ぶ → 時間もお金もかかりすぎる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96875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78892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現在: AIに指示するだけでコードが完成 → 構造的思考力が重要（文法暗記は不要）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36804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54787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36804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現在: エラーもAIが即解決 → 数分でデバッグ完了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94716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12699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94716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現在: 最短3ヶ月で稼げる実力がつく → 未経験からでも現実的なゴール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507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D3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これがコンテキストエンジニアリング——AIへの指示設計力が「今一番チャンスなスキル」の理由です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「難しいコードを丸暗記する」時代は終わりました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コンテキストエンジニアリングが今一番チャンスな理由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656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コンテキストエンジニアリング = AIに正確な文脈・指示を設計する能力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99260"/>
            <a:ext cx="8412480" cy="55626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133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992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Codeなど最新AIを使いこなせるエンジニアはまだほとんどいない → 希少価値が高い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346960"/>
            <a:ext cx="8412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5610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3469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「コードを書く技術」より「AIに何を指示するか」の設計力が差別化ポイントになっている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994660"/>
            <a:ext cx="8412480" cy="55626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2087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9946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時給5,000円で安定しながら、コンテキストエンジニアリングを極めていける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642360"/>
            <a:ext cx="8412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8564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6423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稼ぎながらスキルが上がる → 時給8,000〜20,000円のAIエンジニアへの最短ルート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290060"/>
            <a:ext cx="8412480" cy="55626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5041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2900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これがAIで稼ぐスキルを手に入れる、最高の理想ではないですか？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コンテキストエンジニアリングが今一番チャンスな理由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4C430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未経験から月収100万円・時間的自由を実現する 3フェーズ・ロードマップ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1945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478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労働集約型の働き方から抜け出す、最も再現性の高い設計図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 セミナー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SECTION 02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3フェーズ・ロードマップ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67840" y="1600200"/>
            <a:ext cx="2804160" cy="3657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3520" y="1417320"/>
            <a:ext cx="548640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35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" y="2103120"/>
            <a:ext cx="26578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2103120"/>
            <a:ext cx="2657856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194560"/>
            <a:ext cx="2548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AIエージェント開発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2779776"/>
            <a:ext cx="2548128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Codeを使いこなし、LP制作などのクライアントワークで「0→1」の実績を作る。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目標: 月収30〜50万円 / 時給3,000〜5,000円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600200"/>
            <a:ext cx="2804160" cy="3657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417320"/>
            <a:ext cx="548640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3072" y="2103120"/>
            <a:ext cx="26578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3072" y="2103120"/>
            <a:ext cx="2657856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7936" y="2194560"/>
            <a:ext cx="2548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SNS×案件自動化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7936" y="2779776"/>
            <a:ext cx="2548128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X（Twitter）発信を完全自動化。フォロワーを増やして高単価案件が自然と集まる状態を構築。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目標: 月収50〜100万円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01840" y="1417320"/>
            <a:ext cx="548640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01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47232" y="2103120"/>
            <a:ext cx="265785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47232" y="2103120"/>
            <a:ext cx="2657856" cy="45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2096" y="2194560"/>
            <a:ext cx="2548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コンテンツ販売・自動化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02096" y="2779776"/>
            <a:ext cx="2548128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自社サービスを展開し、労働集約型から完全に脱出。収益が自動化され、時間も収入も完全に自由な状態へ。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目標: 月収100〜300万円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3フェーズ・ロードマップ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4C430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独学で挑む人の9割が、道半ばで挫折します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1945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478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ロードマップは明確でも、一人で進めると必ず「手が止まる瞬間」が訪れます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 セミナー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SECTION 03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独学の3つの壁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617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❶  エラーの壁 — コードのエラーが解決できずに数時間・数日消耗し、モチベーションが低下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24485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9202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❷  案件獲得の壁 — スキルを身につけても、どうやってクライアントを見つけ単価を上げるかわからない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11353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788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❸  SNS運用の壁 — 毎日の投稿が続かない、フォロワーが伸びない、収益化への繋げ方がわからない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98221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6576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これらを一人で解決しようとすると、9割が途中で挫折します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507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D3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だからこそ、DevAIコミュニティのサポートが重要です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独学の3つの壁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挫折の谷を越える安全網「DevAIコミュニティ」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656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プロのメンター — エラーで止まらない。案件獲得の悩みも直接プロに質問できる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99260"/>
            <a:ext cx="8412480" cy="55626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133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992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常に最新の教材 — AIトレンドに合わせて教材は随時アップデート。時代遅れにならない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346960"/>
            <a:ext cx="8412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5610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3469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切磋琢磨する仲間 — 同じ目標を持つ仲間と共に進む。モチベーションが続く環境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994660"/>
            <a:ext cx="8412480" cy="55626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2087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9946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 動画教材見放題 — いつでもどこでも学習可能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642360"/>
            <a:ext cx="8412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8564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6423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チャット質問し放題 — 詰まったらすぐに質問。何でもプロが丁寧に答えます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290060"/>
            <a:ext cx="8412480" cy="55626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5041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2900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 グループコンサル参加し放題 — 定期的なグループコンサルで他の受講生の学びも吸収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挫折の谷を越える安全網「DevAIコミュニティ」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F4C430">
                    <a:alpha val="1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コースと料金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19456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4787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あなたのペースと目標に合わせた3つのプラン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AIセラ セミナー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21208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SECTION 04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2つのコース（全プランに付属）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139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AIエージェント開発フリーランスコース（30万円相当）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3068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1051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3068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→ Python / Next.js / Claude Code活用 / AIエージェント構築 / Webアプリ開発 / LP制作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20980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38963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0980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→ フリーランスエンジニアとして月収50〜100万円を実現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96875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78892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ClaudeCode×案件ブーストコース（スタンダード以上・40万円相当）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368040"/>
            <a:ext cx="8412480" cy="48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54787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36804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→ ClaudeCode×既存市場を席巻する手法 / 案件取得営業戦略 / SNS発信ロードマップ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947160"/>
            <a:ext cx="8412480" cy="48768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12699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947160"/>
            <a:ext cx="8046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→ 月収100〜300万円の完全自動化を実現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4507992"/>
            <a:ext cx="8412480" cy="384048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507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D3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2コース合計70万円相当の内容を、大幅割引でお届けします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2つのコース（全プランに付属）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ライト vs スタンダードプラン比較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6052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4160520" cy="54864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3886200" cy="329184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ライトプラン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通常24万円 → 19万円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6928" y="2267712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ベースサポート完備（3点）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761488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グループコンサル参加自由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90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個別相談 2回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749040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AIエージェント開発フリーランスコース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242816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78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特典 9大特典（#1〜#9）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987552"/>
            <a:ext cx="4160520" cy="3950208"/>
          </a:xfrm>
          <a:prstGeom prst="rect">
            <a:avLst/>
          </a:prstGeom>
          <a:solidFill>
            <a:srgbClr val="FFFFFF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987552"/>
            <a:ext cx="416052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097280"/>
            <a:ext cx="3886200" cy="32918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097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スタンダードプラン（おすすめ）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49961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通常46万円 → 36万円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01768" y="2267712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ライット全内容 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01768" y="2761488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個別進捗管理サポート月1回（1年間）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01768" y="3255264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090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個別授業 12回 / 個別相談 5回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01768" y="3749040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584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ClaudeCode×案件ブーストコース（40万相当）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01768" y="4242816"/>
            <a:ext cx="91440" cy="914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4078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特典 10大特典 ＋ LINEハーネス構築サポート（8万相当）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ライト vs スタンダードプラン比較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54864" cy="548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VIPプラン＋特典の分配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656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515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VIPプラン — 通常60万円 → 50万円（-10万円）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99260"/>
            <a:ext cx="8412480" cy="55626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133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6992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スタンダード全内容 ＋ 個別サポート無期限 ＋ 高額案件優先案内 ＋ 通話サポートし放題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346960"/>
            <a:ext cx="8412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5610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3469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994660"/>
            <a:ext cx="8412480" cy="55626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2087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9946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ライトプラン特典（9大特典）: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642360"/>
            <a:ext cx="841248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8564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6423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① Claude Code神プロンプト辞書  ② Replit×ClaudeCode最速手順書  ③ v0/Bolt.new UIチートシート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290060"/>
            <a:ext cx="8412480" cy="556260"/>
          </a:xfrm>
          <a:prstGeom prst="rect">
            <a:avLst/>
          </a:prstGeom>
          <a:solidFill>
            <a:srgbClr val="EEF2FF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504182"/>
            <a:ext cx="128016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290060"/>
            <a:ext cx="8046720" cy="556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　④ LINE API×ClaudeCodeファネル構築  ⑤ Remotion動画生成ガイド  ⑥ AIエージェント構築ガイド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VIPプラン＋特典の分配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本日のまとめ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92583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64008" cy="92583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148715"/>
            <a:ext cx="365760" cy="3657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4871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86868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エンジニアリングスキルは今、最も再現性の高い副業・独立ルート——79万人不足の市場でAIエンジニアの時給は青天井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85950"/>
            <a:ext cx="8412480" cy="92583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85950"/>
            <a:ext cx="64008" cy="92583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165985"/>
            <a:ext cx="365760" cy="3657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16598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188595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コンテキストエンジニアリング（AIへの指示設計力）が今一番チャンスなスキル——希少価値が高く需要急騰中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903220"/>
            <a:ext cx="8412480" cy="92583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03220"/>
            <a:ext cx="64008" cy="92583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3183255"/>
            <a:ext cx="365760" cy="3657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18325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90322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時給5,000円で安定しながらコンテキストエンジニアリングを極め、AIで稼ぐスキルを手に入れる——これが最高の理想の働き方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20490"/>
            <a:ext cx="8412480" cy="925830"/>
          </a:xfrm>
          <a:prstGeom prst="rect">
            <a:avLst/>
          </a:prstGeom>
          <a:solidFill>
            <a:srgbClr val="2D3B8E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920490"/>
            <a:ext cx="64008" cy="92583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200525"/>
            <a:ext cx="365760" cy="3657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20052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920490"/>
            <a:ext cx="740664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DevAIコミュニティのサポートで独学の3つの壁を突破し、最短でロードマップを駆け上がる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3B8E"/>
          </a:solidFill>
          <a:ln w="12700">
            <a:solidFill>
              <a:srgbClr val="2D3B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83480"/>
            <a:ext cx="3657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本日のまとめ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363724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363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775204" y="201168"/>
            <a:ext cx="59573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コンテキストエンジニアリングの時代が来た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今がチャンス、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148840" y="548640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8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動くなら今。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エンジニアリングスキルは今、最も価値のある武器です。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コンテキストエンジニアリングを武器に、理想の働き方を手に入れてください。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2743200" cy="2331720"/>
          </a:xfrm>
          <a:prstGeom prst="rect">
            <a:avLst/>
          </a:prstGeom>
          <a:solidFill>
            <a:srgbClr val="F5F0E6"/>
          </a:solidFill>
          <a:ln w="12700">
            <a:solidFill>
              <a:srgbClr val="C8B9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74520"/>
            <a:ext cx="2743200" cy="36576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659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ENGINEER VALUE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02336" y="221284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エンジニアの可能性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2336" y="2651760"/>
            <a:ext cx="2487168" cy="27432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715768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2030年までにIT人材は79万人不足。AIエンジニアの時給は8,000〜20,000円。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景気・業種に左右されない最強のスキルです。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1874520"/>
            <a:ext cx="2743200" cy="2331720"/>
          </a:xfrm>
          <a:prstGeom prst="rect">
            <a:avLst/>
          </a:prstGeom>
          <a:solidFill>
            <a:srgbClr val="F5F0E6"/>
          </a:solidFill>
          <a:ln w="12700">
            <a:solidFill>
              <a:srgbClr val="C8B9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874520"/>
            <a:ext cx="2743200" cy="36576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19659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CONTEXT ENGINEERING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82696" y="221284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コンテキストエンジニアリング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82696" y="2651760"/>
            <a:ext cx="2487168" cy="27432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2715768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AIへの指示設計力が今一番チャンスなスキル。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コードを丸暗記しなくていい。構造的思考力で稼ぐ、新しい時代のエンジニア像。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874520"/>
            <a:ext cx="2743200" cy="2331720"/>
          </a:xfrm>
          <a:prstGeom prst="rect">
            <a:avLst/>
          </a:prstGeom>
          <a:solidFill>
            <a:srgbClr val="F5F0E6"/>
          </a:solidFill>
          <a:ln w="12700">
            <a:solidFill>
              <a:srgbClr val="C8B9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874520"/>
            <a:ext cx="2743200" cy="36576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196596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IDEAL LIFESTYLE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63056" y="221284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理想の働き方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63056" y="2651760"/>
            <a:ext cx="2487168" cy="27432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2715768"/>
            <a:ext cx="24871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時給5,000円で安定しながら、コンテキストエンジニアリングを極める。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これがAIで稼ぐスキルを手に入れる、最高の理想ではないですか？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206240"/>
            <a:ext cx="859536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206240"/>
            <a:ext cx="54864" cy="5669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206240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70B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42245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そのロードマップ、一緒に設計しましょう。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2960" y="451713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個別相談会でロードマップを引いて、最短で動き出しましょう。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◆  SELA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22476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5224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933956" y="201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個別面談特典受取  &amp;  ロードマップ相談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コンテキストエンジニアリングで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稼ぐ時代へ。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理想の働き方はすぐそこにある。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2487168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957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個別面談特典（ロードマップ / エージェント3選 / 案件3選 / Claude Codeプロンプト辞書）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871216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77977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ロードマップ個別相談会（月収100〜300万への最短ルートを一緒に設計）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255264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16382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限定オープンチャット（Claude Code / MCP 最新情報を共有）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639312"/>
            <a:ext cx="109728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5478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次回セミナー優先ご招待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977640"/>
            <a:ext cx="4754880" cy="18288"/>
          </a:xfrm>
          <a:prstGeom prst="rect">
            <a:avLst/>
          </a:prstGeom>
          <a:solidFill>
            <a:srgbClr val="C8B98A"/>
          </a:solidFill>
          <a:ln w="12700">
            <a:solidFill>
              <a:srgbClr val="C8B9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059936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コードを書く時代から、コンテキストを設計する時代へ。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まずは今日、一歩を踏み出しましょう。 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502920"/>
            <a:ext cx="3108960" cy="4343400"/>
          </a:xfrm>
          <a:prstGeom prst="rect">
            <a:avLst/>
          </a:prstGeom>
          <a:solidFill>
            <a:srgbClr val="1A1A1A"/>
          </a:solidFill>
          <a:ln w="25400">
            <a:solidFill>
              <a:srgbClr val="B8870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502920"/>
            <a:ext cx="3108960" cy="109728"/>
          </a:xfrm>
          <a:prstGeom prst="rect">
            <a:avLst/>
          </a:prstGeom>
          <a:solidFill>
            <a:srgbClr val="B8870B"/>
          </a:solidFill>
          <a:ln w="12700">
            <a:solidFill>
              <a:srgbClr val="B887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685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B88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0" y="960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個別面談特典受取 &amp;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1261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ロードマップ相談はこちら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00200"/>
            <a:ext cx="2468880" cy="2468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669280" y="41330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lin.ee/yhhurWq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◆  SELA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858000" y="484632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 YOU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AIエージェント開発×案件獲得×SNS自動化マスターコース</dc:title>
  <dc:subject>PptxGenJS Presentation</dc:subject>
  <dc:creator>AIセラ</dc:creator>
  <cp:lastModifiedBy>AIセラ</cp:lastModifiedBy>
  <cp:revision>1</cp:revision>
  <dcterms:created xsi:type="dcterms:W3CDTF">2026-05-13T05:15:03Z</dcterms:created>
  <dcterms:modified xsi:type="dcterms:W3CDTF">2026-05-13T05:15:03Z</dcterms:modified>
</cp:coreProperties>
</file>