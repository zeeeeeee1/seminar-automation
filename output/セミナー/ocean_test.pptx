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3328416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3E"/>
                </a:solidFill>
              </a:rPr>
              <a:t>2026年5月20日（水）21:00〜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で副業収入を10倍にする方法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× 自動化 × 案件獲得の最短ルート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AIセラ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73152" cy="3474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828800"/>
            <a:ext cx="36576" cy="2560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2286000" cy="22860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👤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AIセラ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4930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AI活用コンサルタント / Claude Code専門家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プロフィール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0"/>
            <a:ext cx="566928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プロフィール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005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企業向けAI検証・ツール開発を手がけながら、個人のAI副業を徹底サポート。受講生200名超の実績を持つ。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267712"/>
            <a:ext cx="512064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3591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実績・経歴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8986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7432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企業向けAI導入支援 50社以上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3558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2004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Code活用セミナー 月4回開催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8130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6576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副業収入化サポート 受講生月収10万円超が続出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42702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1148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AIジョンビンギルド（AJG）主宰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本日のアジェンダ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7406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9868"/>
            <a:ext cx="32918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9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024128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なぜ今、Claude Codeが最強なのか（15分）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8412480" cy="740664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9656"/>
            <a:ext cx="54864" cy="7406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25396"/>
            <a:ext cx="32918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53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819656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副業案件の取り方・選び方（15分）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15184"/>
            <a:ext cx="54864" cy="7406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20924"/>
            <a:ext cx="32918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209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615184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実演：実際にスライドを自動生成してみる（20分）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8412480" cy="740664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10712"/>
            <a:ext cx="54864" cy="7406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16452"/>
            <a:ext cx="32918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410712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単価を上げる3つの戦略（10分）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54864" cy="7406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11980"/>
            <a:ext cx="329184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3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4206240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まとめ &amp; Q&amp;A（10分）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アジェンダ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2C39A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なぜ今、Claude Codeが最強なのか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市場の変化とAIエンジニアの需要急騰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AI副業市場の現実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2025〜2026年のフリーランスAIエンジニア需要データ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3.8×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210312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需要増加倍率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2024年比（国内フリーランス市場）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200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68万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3566160" y="3200400"/>
            <a:ext cx="210312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平均月単価（円）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AI活用案件・上位25%の水準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325880"/>
            <a:ext cx="2651760" cy="32004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210312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案件継続率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Code活用エンジニアの案件継続率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AI副業市場の現実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従来のエンジニアvsAI活用エンジニア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従来のエンジニア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時間を売る働き方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1件1件、手作業でコーディング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月40〜60時間が上限に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単価交渉の武器がない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学習コストが高くスケールしない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AI活用エンジニア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仕組みを売る働き方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Codeで作業を10倍速化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並行案件 × 自動化で収入が掛け算に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再現性の高い実績で単価を上げやすい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スキルよりも「設計力」が武器になる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従来のエンジニアvsAI活用エンジニア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2C39A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副業案件の取り方・選び方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最初の案件を獲るための具体的なステップ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案件獲得ロードマップ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07008" y="1600200"/>
            <a:ext cx="1682496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417320"/>
            <a:ext cx="548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103120"/>
            <a:ext cx="1536192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ポートフォリオ作成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Codeで作ったサンプルを3本用意。GitHubとnoteに公開する。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9504" y="1600200"/>
            <a:ext cx="1682496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5184" y="1417320"/>
            <a:ext cx="548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21408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21408" y="2103120"/>
            <a:ext cx="1536192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プラットフォーム登録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76272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クラウドワークス・ランサーズ・Coconalaに登録。AI×自動化でプロフィールを最適化。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600200"/>
            <a:ext cx="1682496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03904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03904" y="2103120"/>
            <a:ext cx="1536192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初案件応募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58768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5,000〜15,000円の小規模案件に5件応募。受注率より「返信率」を計測する。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1600200"/>
            <a:ext cx="1682496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176" y="1417320"/>
            <a:ext cx="548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2103120"/>
            <a:ext cx="1536192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実績を積む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41264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納品後すぐにレビューを依頼。星5評価を3件集めることで次の単価が上がる。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62672" y="1417320"/>
            <a:ext cx="548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68896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68896" y="2103120"/>
            <a:ext cx="1536192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2+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単価交渉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実績を使って月5〜10万円の継続案件へ切り替え。ここからが本番。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案件獲得ロードマップ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選ぶべき案件の条件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AI・自動化・Claude系のキーワードが含まれている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クライアントがリピート発注をしている（過去実績欄を確認）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要件が「○○を作って」よりも「○○を改善して」に近い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コミュニケーションのレスポンスが早い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単価が極端に安い（5円/文字以下のテキスト系は避ける）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要件が曖昧なまま「後は任せる」タイプのクライアント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最初は単価より「再現性のある実績」を積むことを最優先に。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選ぶべき案件の条件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2C39A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実演：スライドを自動生成してみる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× pptxgenjs のライブデモ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Codeでスライド生成する仕組み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9304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セミナー内容をJSONスペックファイルに記述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8412480" cy="603504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46504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Claude Codeに「このスペックでスライドを生成して」と指示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7919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41448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generate_from_spec.js が自動でPPTXを出力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8412480" cy="603504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74136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3639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LibreOfficeでPDF化 → 全スライドを確認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831336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069080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31336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修正があればスペックを更新して再生成（数秒で完了）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このスライド自体もClaude Codeが生成しています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Claude Codeでスライド生成する仕組み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02C39A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単価を上げる3つの戦略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知識ではなく「構造」で稼ぐ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02C39A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単価は実力ではなく、「見せ方」と「仕組み」で決まる。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758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AIセラ  |  副業収入最大化セミナー 2025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単価アップの3ステップ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895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再現性のある成果物を作る（スライド自動生成・レポート自動化など）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46960"/>
            <a:ext cx="8412480" cy="120396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8849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469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「時間ではなく成果」で提案する（固定報酬 or 成果報酬に切り替える）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642360"/>
            <a:ext cx="841248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180332"/>
            <a:ext cx="128016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423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月次サポート契約に移行する（単発 → 継続で収入が安定化）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単価アップの3ステップ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2583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92583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Codeを使えば、作業時間を1/10にしながら成果物の質は10倍になる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85950"/>
            <a:ext cx="8412480" cy="92583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5950"/>
            <a:ext cx="64008" cy="92583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8595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最初の案件は単価より「再現性のある実績」を優先して選ぶ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03220"/>
            <a:ext cx="8412480" cy="92583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03220"/>
            <a:ext cx="64008" cy="92583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322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スライドもレポートも自動化できる時代——それがAIエンジニアの武器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20490"/>
            <a:ext cx="8412480" cy="92583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20490"/>
            <a:ext cx="64008" cy="92583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2049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単価を上げるには「時間を売る」から「仕組みを売る」に切り替えること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本日のまとめ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278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では、明日から稼げるか？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答えは、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54864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いいえ。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知識を入れただけでは、単価は上がらない。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実務で使いこなせるようになるには、次の3つが必要です。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ENVIRONMENT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実践できる環境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ハーネスを組める現場にそもそも入らないと、経験は積み上がらない。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現場の選び方が単価を決める。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8269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見てくれる人（レビュー）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8269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AIが出した設計を、そのまま提出しているうちは伸びない。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「その判断は正しいか」を評価してくれる人が必要。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STRATEGY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単価交渉の導線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単価を上げるには、交渉のタイミングと言葉選びがすべて。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ロードマップを一緒に引いてくれる伴走者がいるかどうかで差が出る。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54864" cy="5669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06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70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224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そこ、僕がサポートします。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45171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個別相談会で、あなたの現場・スキル・次の一手を一緒に見ます。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55448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特典受け取り  &amp;  個別面談予約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技術を装着する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時代へ。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自由はすぐそこにある。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95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特典4点セット（要点まとめ / ロードマップ / エージェント3選 / 案件3選）全員配布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71216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79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個別サポート面談（200〜300万ロードマップ ほか 3特典）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55264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638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限定オープンチャット（Claude Code / MCP 最新共有）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47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次回セミナー優先ご招待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754880" cy="18288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599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技術を『着く』時代は終わり、技術を『装着（ハーネス）』する時代です。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まずは今日、一歩を踏み出しましょう。 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502920"/>
            <a:ext cx="3108960" cy="4343400"/>
          </a:xfrm>
          <a:prstGeom prst="rect">
            <a:avLst/>
          </a:prstGeom>
          <a:solidFill>
            <a:srgbClr val="1A1A1A"/>
          </a:solidFill>
          <a:ln w="25400">
            <a:solidFill>
              <a:srgbClr val="B887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502920"/>
            <a:ext cx="3108960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685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特典受け取り &amp; 個別面談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1261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はこちらから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2468880" cy="2468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4133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lin.ee/yhhurWq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で副業収入を10倍にする方法</dc:title>
  <dc:subject>PptxGenJS Presentation</dc:subject>
  <dc:creator>AIセラ</dc:creator>
  <cp:lastModifiedBy>AIセラ</cp:lastModifiedBy>
  <cp:revision>1</cp:revision>
  <dcterms:created xsi:type="dcterms:W3CDTF">2026-05-13T04:05:13Z</dcterms:created>
  <dcterms:modified xsi:type="dcterms:W3CDTF">2026-05-13T04:05:13Z</dcterms:modified>
</cp:coreProperties>
</file>